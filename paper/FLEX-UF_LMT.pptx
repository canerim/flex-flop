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7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58" y="4027931"/>
            <a:ext cx="6255483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4.3×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31.0% over dB in [0.066, 0.196] (qp 0: 38% · 16: 35% · 32: 31% · 48: 28%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0.91% → 6.86%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14.5× at qp63 vs 2.2×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costs 0.114 dB at qp0 (+0.014 over budget, 104% of it the anchor's floor) and 0.334 dB at qp63 (3.3× the budget, 27% floor) — low rate is a drift problem, high rate an exit-quality one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280" y="4828031"/>
            <a:ext cx="5965440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