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2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39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461" y="4269232"/>
            <a:ext cx="5841078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788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581" y="4370831"/>
            <a:ext cx="7100837" cy="20756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89" y="3380232"/>
            <a:ext cx="8214621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4460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258" y="4027931"/>
            <a:ext cx="6255484" cy="241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43% (qp0) · 39% (qp32) · 32% (qp63)</a:t>
            </a:r>
          </a:p>
          <a:p>
            <a:pPr/>
            <a:r>
              <a:rPr sz="1300" b="0"/>
              <a:t>At 0.1 dB: 33% · 24% · 16%</a:t>
            </a:r>
          </a:p>
          <a:p>
            <a:pPr/>
            <a:r>
              <a:rPr sz="1300" b="0"/>
              <a:t>The 30% target is cleared by qp 0/16 at 0.1 dB, and by every rate at 0.3 dB</a:t>
            </a:r>
          </a:p>
          <a:p>
            <a:pPr/>
            <a:r>
              <a:rPr sz="1300" b="0"/>
              <a:t>Saving falls with rate because early exit costs more there: the exit-2 penalty grows 4.3×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31.2% over dB in [0.057, 0.300] (qp 0: 38% · 16: 36% · 32: 31% · 48: 27% · 63: 24%); BD-quality 0.084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331" y="3888231"/>
            <a:ext cx="7335338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317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24.2 / 21.2 / 15.7 / 11.0 / 8.6% at qp0…63, all under 0.09 dB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066" y="3913631"/>
            <a:ext cx="5193867" cy="25328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exactly the convex hull of the K exit points</a:t>
            </a:r>
          </a:p>
          <a:p>
            <a:pPr lvl="1"/>
            <a:r>
              <a:rPr sz="900" b="0"/>
              <a:t>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0.91% → 6.86%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Open, and stated as open:</a:t>
            </a:r>
          </a:p>
          <a:p>
            <a:pPr lvl="1"/>
            <a:r>
              <a:rPr sz="900" b="0"/>
              <a:t>0.1 dB target not met; 0.3 dB comfortably met</a:t>
            </a:r>
          </a:p>
          <a:p>
            <a:pPr lvl="1"/>
            <a:r>
              <a:rPr sz="900" b="0"/>
              <a:t>256px tiles: seam halves but saving drops — isolated to the CHECKPOINT, not the tile size (tile effect 0.4–1.5 pts, weight effect 12.4)</a:t>
            </a:r>
          </a:p>
          <a:p>
            <a:pPr lvl="1"/>
            <a:r>
              <a:rPr sz="900" b="0"/>
              <a:t>HEVC classes B/C/D behind JVET credentials, reported as NOT MEASURED</a:t>
            </a:r>
          </a:p>
          <a:p>
            <a:pPr/>
            <a:r>
              <a:rPr sz="1100" b="0"/>
              <a:t>6 runs training on 6 GPUs: BEST, BEST128 (tile isolated), CONTROL, FINE12 (one exit per block), RECIPE512, VERBATIM</a:t>
            </a:r>
          </a:p>
        </p:txBody>
      </p:sp>
      <p:pic>
        <p:nvPicPr>
          <p:cNvPr id="4" name="Picture 3" descr="nf_the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474" y="4828031"/>
            <a:ext cx="3707052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