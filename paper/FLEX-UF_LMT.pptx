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31" y="4269232"/>
            <a:ext cx="586293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931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 exit vs the release, same tiles and same warm start: BEST -0.003 / -0.016 / -0.033 dB against VERBATIM's -0.146 / -0.153 / -0.217 dB at qp0/32/63. VERBATIM's drift alone is 2.2× the 0.1 dB budget, so the target is unreachable there at any saving — the anchor term is a precondition, not a refinement</a:t>
            </a:r>
          </a:p>
          <a:p>
            <a:pPr lvl="1"/>
            <a:r>
              <a:rPr sz="900" b="0"/>
              <a:t>Saving at 0.1 dB across the three runs that share an architecture — anchor 0: unreachable at every rate; anchor 1: 5/4/4/3/3%; anchor 10: 35/31/27/24/22%. CONTROL→BEST changes four things at once, so that step is the bundle, not the anchor alone</a:t>
            </a:r>
          </a:p>
          <a:p>
            <a:pPr lvl="1"/>
            <a:r>
              <a:rPr sz="900" b="0"/>
              <a:t>CONTROL over its SECOND epoch, per-exit dB vs the release at qp63 (below): saving at 0.1 dB fell 14.1% → 4.7% at qp0, damage growing the shallower the exit. VERBATIM, which carries even less, IMPROVED over the same boundary — so this is CONTROL's, not 'training without the additions', and the cause is still open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 --epoch_offset, 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is their recipe with NONE of them, effective batch 16 by accumulation — the control both rows above are measured against</a:t>
            </a:r>
          </a:p>
        </p:txBody>
      </p:sp>
      <p:pic>
        <p:nvPicPr>
          <p:cNvPr id="4" name="Picture 3" descr="nf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009" y="5513831"/>
            <a:ext cx="3485981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30.8% over dB in [0.064, 0.196] (qp 0: 37% · 16: 34% · 32: 31% · 48: 27%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