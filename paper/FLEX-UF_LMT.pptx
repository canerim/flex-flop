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28%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28% · 19% · 11%</a:t>
            </a:r>
          </a:p>
          <a:p>
            <a:pPr/>
            <a:r>
              <a:rPr sz="1300" b="0"/>
              <a:t>The 30% target is cleared by no rate at 0.1 dB, and by qp 0/16/32/48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27.0% over dB in [0.064, 0.300] (qp 0: 35% · 16: 32% · 32: 26% · 48: 22% · 63: 19%); BD-quality 0.117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766" y="4650231"/>
            <a:ext cx="5150468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28.3 / 24.8 / 18.7 / 14.3 / 10.8% at qp0…63, all under 0.10 dB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74" y="4828031"/>
            <a:ext cx="3707052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