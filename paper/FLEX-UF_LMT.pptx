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2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39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61" y="4269232"/>
            <a:ext cx="584107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81" y="4370831"/>
            <a:ext cx="7100837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89" y="3380232"/>
            <a:ext cx="8214621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4460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58" y="4027931"/>
            <a:ext cx="6255484" cy="241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42% (qp0) · 35% (qp32) · 28%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28% · 19% · 11%</a:t>
            </a:r>
          </a:p>
          <a:p>
            <a:pPr/>
            <a:r>
              <a:rPr sz="1300" b="0"/>
              <a:t>The 30% target is cleared by no rate at 0.1 dB, and by qp 0/16/32/48 at 0.3 dB</a:t>
            </a:r>
          </a:p>
          <a:p>
            <a:pPr/>
            <a:r>
              <a:rPr sz="1300" b="0"/>
              <a:t>Saving falls with rate because early exit costs more there: the exit-2 penalty grows 4.3×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27.0% over dB in [0.064, 0.300] (qp 0: 35% · 16: 32% · 32: 26% · 48: 22% · 63: 19%); BD-quality 0.117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766" y="4650231"/>
            <a:ext cx="5150468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28.3 / 24.8 / 18.7 / 14.3 / 10.8% at qp0…63, all under 0.10 dB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931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exactly the convex hull of the K exit points</a:t>
            </a:r>
          </a:p>
          <a:p>
            <a:pPr lvl="1"/>
            <a:r>
              <a:rPr sz="900" b="0"/>
              <a:t>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0.91% → 6.86%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Same mechanism one level up: at 0.1 dB the best CTC sequence saves 14.5× what the worst does at qp63, against 2.2× at qp0 — the mean is not what a clip gets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Open, and stated as open:</a:t>
            </a:r>
          </a:p>
          <a:p>
            <a:pPr lvl="1"/>
            <a:r>
              <a:rPr sz="900" b="0"/>
              <a:t>The 30% target is cleared by no rate at 0.1 dB, and by qp 0/16/32/48 at 0.3 dB — asserted as 'comfortably met at 0.3 dB' until the dB convention was corrected, which is why it is computed here</a:t>
            </a:r>
          </a:p>
          <a:p>
            <a:pPr lvl="1"/>
            <a:r>
              <a:rPr sz="900" b="0"/>
              <a:t>256px tiles: seam halves but saving drops — isolated to the CHECKPOINT, not the tile size (tile effect 0.4–1.5 pts, weight effect 12.4)</a:t>
            </a:r>
          </a:p>
          <a:p>
            <a:pPr lvl="1"/>
            <a:r>
              <a:rPr sz="900" b="0"/>
              <a:t>HEVC classes B/C/D behind JVET credentials, reported as NOT MEASURED</a:t>
            </a:r>
          </a:p>
          <a:p>
            <a:pPr/>
            <a:r>
              <a:rPr sz="1100" b="0"/>
              <a:t>6 runs training on 6 GPUs: BEST, BEST128 (tile isolated), CONTROL, FINE12 (one exit per block), RECIPE512, VERBATIM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3144" y="5513831"/>
            <a:ext cx="3437712" cy="9326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