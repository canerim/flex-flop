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31" y="4269232"/>
            <a:ext cx="586293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4389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Deepest exit vs the release, same tiles and same warm start: BEST -0.003 / -0.016 / -0.033 dB against VERBATIM's -0.146 / -0.153 / -0.217 dB at qp0/32/63. VERBATIM's drift alone is 2.2× the 0.1 dB budget, so the target is unreachable there at any saving — the anchor term is a precondition, not a refinement</a:t>
            </a:r>
          </a:p>
          <a:p>
            <a:pPr lvl="1"/>
            <a:r>
              <a:rPr sz="900" b="0"/>
              <a:t>Saving at 0.1 dB across the three runs that share an architecture — anchor 0: unreachable at every rate; anchor 1: 14/12/9/7/5%; anchor 10: 35/31/27/24/22%. CONTROL→BEST changes four things at once, so that step is the bundle, not the anchor alone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51" y="5971031"/>
            <a:ext cx="2502497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169919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 — on the 128px ladder, which is where the timing was taken: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 lvl="1"/>
            <a:r>
              <a:rPr sz="1000" b="0"/>
              <a:t>BEST uses 256px tiles, where the MAC ceiling is 42.5% rather than 43.4% — the grid seam repair scales with the tile, so the exit costs shift slightly. The agreement being checked here is the model's, not this checkpoint's.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13" y="4751832"/>
            <a:ext cx="4383174" cy="16946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ceiling 42% already at 0.20 dB (qp0) · 42% (qp32) · 36%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35% · 28% · 22%</a:t>
            </a:r>
          </a:p>
          <a:p>
            <a:pPr/>
            <a:r>
              <a:rPr sz="1300" b="0"/>
              <a:t>The 30% target is cleared by qp 0/16 at 0.1 dB, and by qp 32/48/63 at 0.3 dB</a:t>
            </a:r>
          </a:p>
          <a:p>
            <a:pPr/>
            <a:r>
              <a:rPr sz="1300" b="0"/>
              <a:t>Saving falls with rate because early exit costs more there: the exit-2 penalty grows 3.3×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30.8% over dB in [0.064, 0.196] (qp 0: 37% · 16: 34% · 32: 31% · 48: 27%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590" y="4650231"/>
            <a:ext cx="5194820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34.7 / 31.4 / 27.4 / 24.3 / 21.5% at qp0…63, all under 0.10 dB  (baseline 28.3 / 24.8 / 18.7 / 14.3 / 10.8)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0.39% → 2.09%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3.8× at qp63 vs 1.5×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target: met at qp0/16 — 30% costs at most 0.090 dB; still short at qp32/48/63; the furthest is qp63, needing 0.194 dB (1.9× the budget, 31% of the excess being the anchor's floor and the rest exit quality)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qp 0/16 at 0.1 dB, and by qp 32/48/63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48" y="4828031"/>
            <a:ext cx="5954504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