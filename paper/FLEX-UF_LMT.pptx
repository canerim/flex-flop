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 compute spent where the content needs it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Uniform compute, non-uniform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544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 intra decoder · 453.5 GMAC / 1080p frame</a:t>
            </a:r>
          </a:p>
          <a:p>
            <a:pPr lvl="1"/>
            <a:r>
              <a:rPr sz="1100" b="0"/>
              <a:t>upsample 8.2%  ·  12 DepthConvBlocks 89.4%  ·  head 2.4%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Target · 30–40% saved at ≤ 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· encoder, hyperprior, entropy model frozen</a:t>
            </a:r>
          </a:p>
          <a:p>
            <a:pPr lvl="1"/>
            <a:r>
              <a:rPr sz="1100" b="0"/>
              <a:t>coded payload bit-identical → the decoder is the only variable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126232"/>
            <a:ext cx="8321039" cy="277824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ladder of exits over the trunk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K exits over 12 blocks, split depth j</a:t>
            </a:r>
          </a:p>
          <a:p>
            <a:pPr lvl="1"/>
            <a:r>
              <a:rPr sz="1100" b="0"/>
              <a:t>groups 0…j−1  full-frame  ·  groups j…K−1  per tile</a:t>
            </a:r>
          </a:p>
          <a:p>
            <a:pPr lvl="1"/>
            <a:r>
              <a:rPr sz="1100" b="0"/>
              <a:t>shipped:  K = 6,  j = 2,  256 px tiles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Per-tile cost  C_k  (units of one stock decode)</a:t>
            </a:r>
          </a:p>
          <a:p>
            <a:pPr lvl="1"/>
            <a:r>
              <a:rPr sz="1100" b="0"/>
              <a:t>0.581  0.581  0.581  0.730  0.870  1.010</a:t>
            </a:r>
          </a:p>
          <a:p>
            <a:pPr lvl="1"/>
            <a:r>
              <a:rPr sz="1100" b="0"/>
              <a:t>exits 0,1 end inside the stem → C₀ = C₁ = C₂ · 6 rungs, 4 prices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80232"/>
            <a:ext cx="8321040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assignment, on 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290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· qp 32 · λ* bisected to 0.1 dB · 40 tiles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boat → exit 4   water, sky → exit 2   shoreline → exit 3</a:t>
            </a:r>
          </a:p>
          <a:p>
            <a:pPr lvl="1"/>
            <a:r>
              <a:rPr sz="1100" b="0"/>
              <a:t>33.4% saved at 0.098 dB</a:t>
            </a:r>
          </a:p>
          <a:p>
            <a:pPr lvl="1"/>
            <a:r>
              <a:rPr sz="1100" b="0"/>
              <a:t>(c) dB vs each tile's OWN reference, not the frame mean</a:t>
            </a:r>
          </a:p>
        </p:txBody>
      </p:sp>
      <p:pic>
        <p:nvPicPr>
          <p:cNvPr id="4" name="Picture 3" descr="exi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872232"/>
            <a:ext cx="8321040" cy="240872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reference IS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544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Released weights re-expressed in ladder form · bijection over 143 tensors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Adapters and seam repair zero-init ⇒ identity at step 0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max | x̂_release − x̂_ours |  =  0.0     at qp 0 / 32 / 63</a:t>
            </a:r>
          </a:p>
          <a:p>
            <a:pPr lvl="1"/>
            <a:r>
              <a:rPr sz="1100" b="0"/>
              <a:t>through Microsoft's own DMCI class and forward_one_frame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So training must (a) lift shallow exits, (b) not damage the deepest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126232"/>
            <a:ext cx="8321040" cy="30901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Recipe, checked against theirs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103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verify_recipe.py diffs each item against ~/DCVC/train_image.py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Deepest-exit drift vs release   BEST  -0.003 / -0.016 / -0.033   ·   VERBATIM (no anchor)  -0.119 / -0.132 / -0.174   at qp 0/32/63</a:t>
            </a:r>
          </a:p>
          <a:p>
            <a:pPr lvl="1"/>
            <a:r>
              <a:rPr sz="900" b="0"/>
              <a:t>Saving at 0.1 dB, same architecture:  anchor 0: unreachable at every rate  ·  anchor 1: 3/3/2/2/2%  ·  anchor 10: 42/42/42/42/42%   (CONTROL→BEST moves four flags, so it is the bundle)</a:t>
            </a:r>
          </a:p>
          <a:p>
            <a:pPr lvl="1"/>
            <a:r>
              <a:rPr sz="900" b="0"/>
              <a:t>CONTROL, 2nd epoch:  saving at qp0 13.3% -&gt; 3.8%  ·  damage grows the shallower the exit  ·  VERBATIM improved over the same boundary → cause unknown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Additions, listed: --epoch_offset · --anchor_weight · --new_lr_scale · --freeze_encoder</a:t>
            </a:r>
          </a:p>
        </p:txBody>
      </p:sp>
      <p:pic>
        <p:nvPicPr>
          <p:cNvPr id="4" name="Picture 3" descr="nf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685031"/>
            <a:ext cx="8321039" cy="22263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loss is not the convergence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221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L = λ·MSE + bpp   ·   corr(L, batch bpp) = 0.97</a:t>
            </a:r>
          </a:p>
          <a:p>
            <a:pPr lvl="1"/>
            <a:r>
              <a:rPr sz="1000" b="0"/>
              <a:t>flat from step ~5,000; a 256 px crop's bitrate swings 2× per batch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(b) exits stay ordered, ~1 dB apart → ladder healthy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(c) saving on FIXED CTC frames, still rising at 20–24k steps</a:t>
            </a:r>
          </a:p>
          <a:p>
            <a:pPr lvl="1"/>
            <a:r>
              <a:rPr sz="1000" b="0"/>
              <a:t>BEST128 11.2 → 12.6%   FINE12 15.0 → 16.8%   (qp 63)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1 epoch = 47,451 steps · every number here is one checkpoint</a:t>
            </a:r>
          </a:p>
        </p:txBody>
      </p:sp>
      <p:pic>
        <p:nvPicPr>
          <p:cNvPr id="4" name="Picture 3" descr="training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04032"/>
            <a:ext cx="8321039" cy="25585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 position, and a ×4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290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applies from-scratch lr to a converged model</a:t>
            </a:r>
          </a:p>
          <a:p>
            <a:pPr lvl="1"/>
            <a:r>
              <a:rPr sz="1100" b="0"/>
              <a:t>deepest exit fell 0.153 / 0.201 / 0.263 dB in one epoch</a:t>
            </a:r>
          </a:p>
          <a:p>
            <a:pPr lvl="1"/>
            <a:r>
              <a:rPr sz="1100" b="0"/>
              <a:t>→ 0.025 / 0.051 / 0.074 with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trunk gives 0.000 drift — and collapses the ceiling 27.3% → 11.5%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872232"/>
            <a:ext cx="8321040" cy="31060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frame, four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782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 · qp 32 · identical bitstream at every exit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Error ×25 · damage is structured: detail and tile borders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64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1/5 · where it comes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3×3 depthwise at (i, j):</a:t>
            </a:r>
          </a:p>
          <a:p>
            <a:pPr lvl="1"/>
            <a:r>
              <a:rPr sz="1100" b="0"/>
              <a:t>y[i,j]  =  Σ_{u,v ∈ {−1,0,1}}  w[u,v] · f[i+u, j+v]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Per tile, f[i+u, j+v] outside the tile does not exist → padding invents it</a:t>
            </a:r>
          </a:p>
          <a:p>
            <a:pPr lvl="1"/>
            <a:r>
              <a:rPr sz="1100" b="0"/>
              <a:t>only the 3×3 depthwise has spatial extent; everything else is 1×1</a:t>
            </a:r>
          </a:p>
          <a:p>
            <a:pPr lvl="1"/>
            <a:r>
              <a:rPr sz="1100" b="0"/>
              <a:t>⇒ exit adapters are 1×1 on purpose: no receptive field, no seam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Contamination grows one ring per layer. b per-tile layers, tile side F:</a:t>
            </a:r>
          </a:p>
          <a:p>
            <a:pPr lvl="1"/>
            <a:r>
              <a:rPr sz="1100" b="0"/>
              <a:t>corrupted fraction  =  1 − ((F − 2b) / F)²   ≈   4b / F</a:t>
            </a:r>
          </a:p>
          <a:p>
            <a:pPr lvl="1"/>
            <a:r>
              <a:rPr sz="1100" b="0"/>
              <a:t>F = 32,  b = 8   →   1 − (16/32)²  =  75% of the tile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Not a line of bad pixels — the error propagates inward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Scales with tile PERIMETER, and with split depth j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2/5 · padding is an estimator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Border column x[0], unseen neighbour x[−1]:</a:t>
            </a:r>
          </a:p>
          <a:p>
            <a:pPr lvl="1"/>
            <a:r>
              <a:rPr sz="1000" b="0"/>
              <a:t>zeros        x̂[−1] = 0</a:t>
            </a:r>
          </a:p>
          <a:p>
            <a:pPr lvl="1"/>
            <a:r>
              <a:rPr sz="1000" b="0"/>
              <a:t>replicate    x̂[−1] = x[0]                         zeroth-order hold</a:t>
            </a:r>
          </a:p>
          <a:p>
            <a:pPr lvl="1"/>
            <a:r>
              <a:rPr sz="1000" b="0"/>
              <a:t>linear       x̂[−1] = 2·x[0] − x[1]                first-order</a:t>
            </a:r>
          </a:p>
          <a:p>
            <a:pPr lvl="1"/>
            <a:r>
              <a:rPr sz="1000" b="0"/>
              <a:t>arls         x̂[−1] = a·x[0],  a fitted per channel   AR(1)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Pure seam penalty · CTC · 256 px · full depth · dB above the release</a:t>
            </a:r>
          </a:p>
          <a:p>
            <a:pPr lvl="1"/>
            <a:r>
              <a:rPr sz="1000" b="0"/>
              <a:t>                qp 0      qp 32     qp 63</a:t>
            </a:r>
          </a:p>
          <a:p>
            <a:pPr lvl="1"/>
            <a:r>
              <a:rPr sz="1000" b="0"/>
              <a:t>zeros         0.1005    0.2162    0.5477</a:t>
            </a:r>
          </a:p>
          <a:p>
            <a:pPr lvl="1"/>
            <a:r>
              <a:rPr sz="1000" b="0"/>
              <a:t>replicate     0.0616    0.0854    0.1070</a:t>
            </a:r>
          </a:p>
          <a:p>
            <a:pPr lvl="1"/>
            <a:r>
              <a:rPr sz="1000" b="0"/>
              <a:t>linear        0.1793    0.2315    0.2638</a:t>
            </a:r>
          </a:p>
          <a:p>
            <a:pPr lvl="1"/>
            <a:r>
              <a:rPr sz="1000" b="0"/>
              <a:t>arls          0.0518    0.0707    0.0879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linear &gt; replicate: extrapolating a gradient amplifies boundary noise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arls wins on dB, REJECTED on cost · +10.7% wall-clock for 0.019 dB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3/5 · the perimeter law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Prediction  4b/F  ⇒  doubling F halves the penalty</a:t>
            </a:r>
          </a:p>
          <a:p>
            <a:pPr lvl="1"/>
            <a:r>
              <a:rPr sz="1100" b="0"/>
              <a:t>zeros      qp 63:   128 px 1.1670  →  256 px 0.5477     ×0.47</a:t>
            </a:r>
          </a:p>
          <a:p>
            <a:pPr lvl="1"/>
            <a:r>
              <a:rPr sz="1100" b="0"/>
              <a:t>replicate  qp 63:   128 px 0.2125  →  256 px 0.1070     ×0.50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 in compute — a tiled decode's MAC count is independent of F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Paid in routing granularity · 40 tiles/frame at 256 px vs 160 at 128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Halo, same law:  tile F with halo h computes ((F+2h)/F)² pixels</a:t>
            </a:r>
          </a:p>
          <a:p>
            <a:pPr lvl="1"/>
            <a:r>
              <a:rPr sz="1100" b="0"/>
              <a:t>F = 16, h = 4  →  2.25×        F = 32, h = 4  →  1.56×</a:t>
            </a:r>
          </a:p>
          <a:p>
            <a:pPr lvl="1"/>
            <a:r>
              <a:rPr sz="1100" b="0"/>
              <a:t>⇒ halo on the HEAD only (2.40% of MACs); on the trunk it exceeds the saving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4/5 · repair told where to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A translation-invariant 3×3 must INFER the boundary from content</a:t>
            </a:r>
          </a:p>
          <a:p>
            <a:pPr lvl="1"/>
            <a:r>
              <a:rPr sz="1000" b="0"/>
              <a:t>and corrects the ~25% clean interior, where any correction is damage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But the lattice is known — unpatchify lays tiles on a fixed P×P grid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Repair(f)  =  f  +  G[i mod P, j mod P] · PW( WSiLU( DW3×3(f) ) )</a:t>
            </a:r>
          </a:p>
          <a:p>
            <a:pPr lvl="1"/>
            <a:r>
              <a:rPr sz="1000" b="0"/>
              <a:t>G :  P × P = 256 scalars, shared over all 384 channels</a:t>
            </a:r>
          </a:p>
          <a:p>
            <a:pPr lvl="1"/>
            <a:r>
              <a:rPr sz="1000" b="0"/>
              <a:t>     0.0007% of decoder parameters, no MAC beyond a broadcast multiply</a:t>
            </a:r>
          </a:p>
          <a:p>
            <a:pPr lvl="1"/>
            <a:r>
              <a:rPr sz="1000" b="0"/>
              <a:t>G₀ = exp(−d / τ),  d = distance to nearest tile edge</a:t>
            </a:r>
          </a:p>
          <a:p>
            <a:pPr lvl="1"/>
            <a:r>
              <a:rPr sz="1000" b="0"/>
              <a:t>     ⇒ the gate starts on the seam; training refines, not discovers</a:t>
            </a:r>
          </a:p>
          <a:p>
            <a:pPr lvl="1"/>
            <a:r>
              <a:rPr sz="1000" b="0"/>
              <a:t>PW zero-init ⇒ module starts as identity ⇒ warm start stays bit-exact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Cost 0.95% of the decode — charged inside every saving, incl. the deepest exit (C_{K−1} = 1.0095, not 1.0)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5/5 · at pixel scale, and what repair is worth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4808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192 px across a tile boundary · qp 63 · full depth · error ×40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Repair ON vs OFF, 8 sequences:   full depth 0.0672 → 0.0750 (worse)   ·   routed 0.1259 → 0.1239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0.0020 dB/point of decode  ·  arls was rejected at 0.0018</a:t>
            </a:r>
          </a:p>
          <a:p>
            <a:pPr lvl="1"/>
            <a:r>
              <a:rPr sz="1000" b="0"/>
              <a:t>trained jointly ⇒ an inference ablation is not the clean test</a:t>
            </a:r>
          </a:p>
        </p:txBody>
      </p:sp>
      <p:pic>
        <p:nvPicPr>
          <p:cNvPr id="4" name="Picture 3" descr="seam_pat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280" y="3062732"/>
            <a:ext cx="7667440" cy="338378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MACs are not milliseconds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2047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1920×1088 · interleaved · median of 40</a:t>
            </a:r>
          </a:p>
          <a:p>
            <a:pPr lvl="1"/>
            <a:r>
              <a:rPr sz="1000" b="0"/>
              <a:t>0.1 dB: 28% of MACs -&gt; 13% of wall-clock (1.14x)</a:t>
            </a:r>
          </a:p>
          <a:p>
            <a:pPr lvl="1"/>
            <a:r>
              <a:rPr sz="1000" b="0"/>
              <a:t>0.3 dB: 39% of MACs -&gt; 28% of wall-clock (1.38x)</a:t>
            </a:r>
          </a:p>
          <a:p>
            <a:pPr lvl="1"/>
            <a:r>
              <a:rPr sz="1000" b="0"/>
              <a:t>0.5 dB: 42% of MACs -&gt; 34% of wall-clock (1.51x)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Gap  =  tiling overhead 3.7–6.5%  +  per-group bookkeeping</a:t>
            </a:r>
          </a:p>
          <a:p>
            <a:pPr lvl="1"/>
            <a:r>
              <a:rPr sz="1000" b="0"/>
              <a:t>mask + gather + scatter + one device↔host sync per group</a:t>
            </a:r>
          </a:p>
          <a:p>
            <a:pPr lvl="1"/>
            <a:r>
              <a:rPr sz="1000" b="0"/>
              <a:t>36.4 ms vs 77.5 ms of convolution  =  32% of the loop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Recoverable · sort by exit depth once → 23–37% back, bit-identical</a:t>
            </a:r>
          </a:p>
        </p:txBody>
      </p:sp>
      <p:pic>
        <p:nvPicPr>
          <p:cNvPr id="4" name="Picture 3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66" y="3786632"/>
            <a:ext cx="8077068" cy="265988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Against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221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At 0.1 dB · 34.0% · 26.8% · 20.8%   (qp 0 / 32 / 63)</a:t>
            </a:r>
          </a:p>
          <a:p>
            <a:pPr lvl="1"/>
            <a:r>
              <a:rPr sz="1000" b="0"/>
              <a:t>÷ RELEASE (1.0), not our deepest exit (1.0095) — earlier decks read 0.6–0.75 pts higher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The 30% target is cleared by qp 0/16 at 0.1 dB, and by qp 32/48/63 at 0.3 dB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Ladder ceiling 41.9% at every rate, set by the split depth j=2, not by training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BD-saving 30.8% over dB in [0.064, 0.196] (qp 0: 37% · 16: 34% · 32: 31% · 48: 27% · 63: 24%); BD-quality 0.062 dB over saving in [10%, 30%]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04032"/>
            <a:ext cx="8321040" cy="28772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allocation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6675120"/>
            <a:ext cx="8128000" cy="91440"/>
          </a:xfrm>
        </p:spPr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822960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1">
                <a:solidFill>
                  <a:srgbClr val="0065BD"/>
                </a:solidFill>
              </a:rPr>
              <a:t>N tiles, K exits.  D[t,k] = distortion of tile t at exit k.  C_k = its cost.</a:t>
            </a:r>
          </a:p>
        </p:txBody>
      </p:sp>
      <p:pic>
        <p:nvPicPr>
          <p:cNvPr id="5" name="Picture 4" descr="a681058a94774b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286" y="1631188"/>
            <a:ext cx="5431427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554732"/>
            <a:ext cx="822960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1">
                <a:solidFill>
                  <a:srgbClr val="0065BD"/>
                </a:solidFill>
              </a:rPr>
              <a:t>Lagrangian relaxation decouples it — every tile solves independently:</a:t>
            </a:r>
          </a:p>
        </p:txBody>
      </p:sp>
      <p:pic>
        <p:nvPicPr>
          <p:cNvPr id="7" name="Picture 6" descr="058d0eb0d40f31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860039"/>
            <a:ext cx="7498079" cy="7478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3754233"/>
            <a:ext cx="790956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 b="0">
                <a:solidFill>
                  <a:srgbClr val="52514E"/>
                </a:solidFill>
              </a:rPr>
              <a:t>sweeping λ traces the lower convex hull of the achievable (cost, distortion) 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59541"/>
            <a:ext cx="790956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 b="0">
                <a:solidFill>
                  <a:srgbClr val="52514E"/>
                </a:solidFill>
              </a:rPr>
              <a:t>λ is found by BISECTION on the realised dB, so a 0.1 dB budget is exactly 0.1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64849"/>
            <a:ext cx="822960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1">
                <a:solidFill>
                  <a:srgbClr val="0065BD"/>
                </a:solidFill>
              </a:rPr>
              <a:t>Both configurations solve this. They differ only in where D[t,k] comes from.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ways to obtain the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6675120"/>
            <a:ext cx="8128000" cy="91440"/>
          </a:xfrm>
        </p:spPr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822960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0065BD"/>
                </a:solidFill>
              </a:rPr>
              <a:t>A · the encoder holds the source, so D[t,k] is measured, and k* is exact</a:t>
            </a:r>
          </a:p>
        </p:txBody>
      </p:sp>
      <p:pic>
        <p:nvPicPr>
          <p:cNvPr id="5" name="Picture 4" descr="5f13122024ab8e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18488"/>
            <a:ext cx="7498079" cy="4721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236893"/>
            <a:ext cx="790956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</a:rPr>
              <a:t>the answer is then transmitted: H(k) · N + 8K bits ≈ 94 bit/frame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29500"/>
            <a:ext cx="822960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0065BD"/>
                </a:solidFill>
              </a:rPr>
              <a:t>B · the decoder never sees x, so D[t,k] does not exist. It predicts instead.</a:t>
            </a:r>
          </a:p>
        </p:txBody>
      </p:sp>
      <p:pic>
        <p:nvPicPr>
          <p:cNvPr id="8" name="Picture 7" descr="e59dab379cad2e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411" y="2822108"/>
            <a:ext cx="6439178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3745652"/>
            <a:ext cx="790956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</a:rPr>
              <a:t>μ, σ : mean and std over tile t of a learned 384→48 view of the 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38260"/>
            <a:ext cx="790956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</a:rPr>
              <a:t>ρ : a 512→32 view of the latent ŷ concatenated with the entropy scales σ̂</a:t>
            </a:r>
          </a:p>
        </p:txBody>
      </p:sp>
      <p:pic>
        <p:nvPicPr>
          <p:cNvPr id="11" name="Picture 10" descr="befbde4da0c263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330869"/>
            <a:ext cx="7498079" cy="74551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5222687"/>
            <a:ext cx="822960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0065BD"/>
                </a:solidFill>
              </a:rPr>
              <a:t>β plays λ's role, but trades log-likelihood against cost, not distortion against cost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 the router, and why it collapsed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6675120"/>
            <a:ext cx="8128000" cy="91440"/>
          </a:xfrm>
        </p:spPr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822960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0065BD"/>
                </a:solidFill>
              </a:rPr>
              <a:t>Target is the oracle's choice, weighted by what the decision is worth:</a:t>
            </a:r>
          </a:p>
        </p:txBody>
      </p:sp>
      <p:pic>
        <p:nvPicPr>
          <p:cNvPr id="5" name="Picture 4" descr="3667f2f4c27ae8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18488"/>
            <a:ext cx="7498079" cy="3654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130201"/>
            <a:ext cx="790956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</a:rPr>
              <a:t>agreement on ties is worth nothing; the regret term says 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22809"/>
            <a:ext cx="822960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0065BD"/>
                </a:solidFill>
              </a:rPr>
              <a:t>Collapse control without an auxiliary loss (arXiv:2408.15664):</a:t>
            </a:r>
          </a:p>
        </p:txBody>
      </p:sp>
      <p:pic>
        <p:nvPicPr>
          <p:cNvPr id="8" name="Picture 7" descr="99e1ff4cc3a082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715416"/>
            <a:ext cx="7498079" cy="58828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3450006"/>
            <a:ext cx="790956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</a:rPr>
              <a:t>b is a buffer, nudged by usage — no interference gradient enters 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42614"/>
            <a:ext cx="790956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</a:rPr>
              <a:t>balanced toward the ORACLE's mix π*, not uniform: exits are not interchangeable experts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35223"/>
            <a:ext cx="822960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0065BD"/>
                </a:solidFill>
              </a:rPr>
              <a:t>Trained JOINTLY with the decoder → collapsed to a constant, agreement 0.000 at qp63.  Against the FROZEN decoder → 0.848.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Who decides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221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A   argmin_k ( MSE[t,k] + λ·C_k )   ~94 bit/frame = 0.008–0.020% of rate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B   argmax_k ( log softmax(z)_k − β·C_k )   nothing sent, file byte-identical</a:t>
            </a:r>
          </a:p>
          <a:p>
            <a:pPr lvl="1"/>
            <a:r>
              <a:rPr sz="1000" b="0"/>
              <a:t>qp0: A 34.0% signalled vs B 30.1% predicted — gap 3.96 pts</a:t>
            </a:r>
          </a:p>
          <a:p>
            <a:pPr lvl="1"/>
            <a:r>
              <a:rPr sz="1000" b="0"/>
              <a:t>qp32: A 26.8% signalled vs B 23.9% predicted — gap 2.82 pts</a:t>
            </a:r>
          </a:p>
          <a:p>
            <a:pPr lvl="1"/>
            <a:r>
              <a:rPr sz="1000" b="0"/>
              <a:t>qp63: A 20.8% signalled vs B 19.3% predicted — gap 1.50 pts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Asymmetric ·  A: +1.21 decodes at the ENCODER  ·  B: +0.163% at the decoder</a:t>
            </a:r>
          </a:p>
        </p:txBody>
      </p:sp>
      <p:pic>
        <p:nvPicPr>
          <p:cNvPr id="4" name="Picture 3" descr="ab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04032"/>
            <a:ext cx="8321040" cy="272269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claim overturned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928619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Earlier claim: prediction fails, signalling works</a:t>
            </a:r>
          </a:p>
          <a:p>
            <a:pPr lvl="1"/>
            <a:r>
              <a:rPr sz="1000" b="0"/>
              <a:t>that was ONE router — BEST's, trained jointly with a moving decoder — not routing as such. Agreement 0.000 at qp 63, 239 of 240 tiles to one exit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Routing works. Three routers, three outcomes:</a:t>
            </a:r>
          </a:p>
          <a:p>
            <a:pPr lvl="1"/>
            <a:r>
              <a:rPr sz="1000" b="0"/>
              <a:t>BEST, joint          collapsed to a qp-dependent constant</a:t>
            </a:r>
          </a:p>
          <a:p>
            <a:pPr lvl="1"/>
            <a:r>
              <a:rPr sz="1000" b="0"/>
              <a:t>FINE12, joint        did NOT collapse · budget met, β ≈ −0.01</a:t>
            </a:r>
          </a:p>
          <a:p>
            <a:pPr lvl="1"/>
            <a:r>
              <a:rPr sz="1000" b="0"/>
              <a:t>retrained on FROZEN  0.848–0.923 agreement · budget met at every rate</a:t>
            </a:r>
          </a:p>
          <a:p>
            <a:pPr lvl="1"/>
            <a:r>
              <a:rPr sz="1000" b="0"/>
              <a:t>⇒ the limit was the training target, not the information — and joint training does not always break it, which is itself unexplained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Cost of not signalling ·  0.1 dB 1.35–3.96 pts  ·  0.3 dB 0.16–0.95  ·  0.5 dB 0.16–1.23</a:t>
            </a:r>
          </a:p>
          <a:p>
            <a:pPr lvl="1"/>
            <a:r>
              <a:rPr sz="1000" b="0"/>
              <a:t>at the ceiling the gap is 0.16 = the router's own 0.163%</a:t>
            </a:r>
          </a:p>
        </p:txBody>
      </p:sp>
      <p:pic>
        <p:nvPicPr>
          <p:cNvPr id="4" name="Picture 3" descr="ab_bud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2958" y="4510531"/>
            <a:ext cx="5698083" cy="193598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price of speed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9634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BD-Rate = cost · MACs saved = benefit · released intra decoder, YUV420</a:t>
            </a:r>
          </a:p>
          <a:p>
            <a:pPr lvl="1"/>
            <a:r>
              <a:rPr sz="1000" b="0"/>
              <a:t>0.1 dB  0.88% / 27.6%    0.3 dB  2.51% / 39.5%    0.5 dB  3.36% / 41.7%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Per unit of REAL speedup:  6.2 · 6.6 · 6.5  BD-Rate points</a:t>
            </a:r>
          </a:p>
          <a:p>
            <a:pPr lvl="1"/>
            <a:r>
              <a:rPr sz="1000" b="0"/>
              <a:t>flat across the range — an exchange rate, not a chosen operating point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DCVC-UF HT-L → HT-S:  10.6 points for 1.66×  =  16.1 points per unit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⇒ adaptive depth buys speed 2.4× cheaper than shrinking the model</a:t>
            </a:r>
          </a:p>
          <a:p>
            <a:pPr lvl="1"/>
            <a:r>
              <a:rPr sz="1000" b="0"/>
              <a:t>their pair is whole-video, ours intra-only → a calibration, not a head-to-head</a:t>
            </a:r>
          </a:p>
        </p:txBody>
      </p:sp>
      <p:pic>
        <p:nvPicPr>
          <p:cNvPr id="4" name="Picture 3" descr="paper_r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545332"/>
            <a:ext cx="8321040" cy="272255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Related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Early exit / dynamic depth · BranchyNet, MSDNet, SkipNet</a:t>
            </a:r>
          </a:p>
          <a:p>
            <a:pPr lvl="1"/>
            <a:r>
              <a:rPr sz="1000" b="0"/>
              <a:t>decide from the network's own output; ours decides per SPATIAL TILE for a fixed output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ClassSR</a:t>
            </a:r>
          </a:p>
          <a:p>
            <a:pPr lvl="1"/>
            <a:r>
              <a:rPr sz="1000" b="0"/>
              <a:t>routes patches to differently sized SR branches for a cost target</a:t>
            </a:r>
          </a:p>
          <a:p>
            <a:pPr lvl="1"/>
            <a:r>
              <a:rPr sz="1000" b="0"/>
              <a:t>ours: a DEPTH inside one network, for a quality target, bitstream fixed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Xie et al. · RDC optimisation in neural image compression · 2305.07678</a:t>
            </a:r>
          </a:p>
          <a:p>
            <a:pPr lvl="1"/>
            <a:r>
              <a:rPr sz="1000" b="0"/>
              <a:t>adaptive spatial mask decoded from side information — closest to our B</a:t>
            </a:r>
          </a:p>
          <a:p>
            <a:pPr lvl="1"/>
            <a:r>
              <a:rPr sz="1000" b="0"/>
              <a:t>adapts the ENTROPY model's dependencies; we adapt SYNTHESIS depth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Spatial competition · 2605.13243</a:t>
            </a:r>
          </a:p>
          <a:p>
            <a:pPr lvl="1"/>
            <a:r>
              <a:rPr sz="1000" b="0"/>
              <a:t>per-region mode map at 1.8e-4 bpp (ours 4.5e-5) — selects CODECS for rate, not depth for compute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Loss-free load balancing · 2408.15664 · used directly</a:t>
            </a:r>
          </a:p>
          <a:p>
            <a:pPr lvl="1"/>
            <a:r>
              <a:rPr sz="1000" b="0"/>
              <a:t>balanced toward the ORACLE's exit mix, not uniform — exits are not interchangeable experts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Quantisation · a second, orthogonal lever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317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Weight-only · per-channel · no calibration · decoder only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Registered prediction — shallow exits suffer more — FALSIFIED</a:t>
            </a:r>
          </a:p>
          <a:p>
            <a:pPr lvl="1"/>
            <a:r>
              <a:rPr sz="900" b="0"/>
              <a:t>qp 63, 8 bit: exit 2 +0.108 dB, deepest +0.111 dB, ratio 0.97</a:t>
            </a:r>
          </a:p>
          <a:p>
            <a:pPr lvl="1"/>
            <a:r>
              <a:rPr sz="900" b="0"/>
              <a:t>the deepest starts at 0.073 dB and has no headroom for a noise floor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What matters is the SPREAD — the only thing a router can act on</a:t>
            </a:r>
          </a:p>
          <a:p>
            <a:pPr lvl="1"/>
            <a:r>
              <a:rPr sz="900" b="0"/>
              <a:t>qp 63   fp32 2.864 → 8 b 2.876 → 6 b 2.224 → 4 b 1.398   ·   BOPs 1.000 → 0.062 → 0.035 → 0.016</a:t>
            </a:r>
          </a:p>
          <a:p>
            <a:pPr lvl="1"/>
            <a:r>
              <a:rPr sz="900" b="0"/>
              <a:t>qp 0    0.704 → 0.712 → 0.791 → 0.837   — flat to rising, no collapse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8 bit composes cleanly at 16× fewer BOPs · the collapse is a HIGH-RATE effect, not a general one</a:t>
            </a:r>
          </a:p>
          <a:p>
            <a:pPr lvl="1"/>
            <a:r>
              <a:rPr sz="900" b="0"/>
              <a:t>caveat: 8 bit still raises the floor 0.073 → 0.184 dB at qp 63</a:t>
            </a:r>
          </a:p>
        </p:txBody>
      </p:sp>
      <p:pic>
        <p:nvPicPr>
          <p:cNvPr id="4" name="Picture 3" descr="qu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91" y="3913631"/>
            <a:ext cx="7786018" cy="253288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per-tile beats any fixed mix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9634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Cost additive over tiles, MSE a mean over tiles ⇒ both affine in the assignment</a:t>
            </a:r>
          </a:p>
          <a:p>
            <a:pPr lvl="1"/>
            <a:r>
              <a:rPr sz="1000" b="0"/>
              <a:t>fixed proportions → convex hull of the K exit points</a:t>
            </a:r>
          </a:p>
          <a:p>
            <a:pPr lvl="1"/>
            <a:r>
              <a:rPr sz="1000" b="0"/>
              <a:t>per-tile assignment → Minkowski average of the N tile hulls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Gap  =  min-of-average  −  average-of-min  ≥  0</a:t>
            </a:r>
          </a:p>
          <a:p>
            <a:pPr lvl="1"/>
            <a:r>
              <a:rPr sz="1000" b="0"/>
              <a:t>zero iff every tile prefers the same exit — this IS the value of adaptivity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Measured Δ/J:  0.39%  →  2.09%  with rate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Same mechanism per sequence · best/worst CTC clip 3.8× at qp 63 vs 1.5× at qp 0</a:t>
            </a:r>
          </a:p>
        </p:txBody>
      </p:sp>
      <p:pic>
        <p:nvPicPr>
          <p:cNvPr id="4" name="Picture 3" descr="nf_heterogene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545332"/>
            <a:ext cx="8321039" cy="226173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still owed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 static decoder truncated to the depth we average</a:t>
            </a:r>
          </a:p>
          <a:p>
            <a:pPr lvl="1"/>
            <a:r>
              <a:rPr sz="1100" b="0"/>
              <a:t>6.95 of 12 blocks at qp 0 · 8.78 at qp 63</a:t>
            </a:r>
          </a:p>
          <a:p>
            <a:pPr lvl="1"/>
            <a:r>
              <a:rPr sz="1100" b="0"/>
              <a:t>decides whether adaptivity is the contribution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All six runs to 4 epochs</a:t>
            </a:r>
          </a:p>
          <a:p>
            <a:pPr lvl="1"/>
            <a:r>
              <a:rPr sz="1100" b="0"/>
              <a:t>every number here is one checkpoint; the saving is still climbing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HEVC B / C / D · 13 of 53 sequences · reported as NOT MEASURED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Sorted-tile execution, end to end</a:t>
            </a:r>
          </a:p>
          <a:p>
            <a:pPr lvl="1"/>
            <a:r>
              <a:rPr sz="1100" b="0"/>
              <a:t>prototyped and bit-identical; not landed while six runs import the decoder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Wall-clock on an idle card · these ratios were taken at 100% utilisation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Open · CONTROL degrades over its second epoch and the cause is unknown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