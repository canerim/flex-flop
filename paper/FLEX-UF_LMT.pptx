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fig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88231"/>
            <a:ext cx="8321040" cy="24206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fig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21573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fig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752" y="4269232"/>
            <a:ext cx="7132495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788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fig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72" y="4370831"/>
            <a:ext cx="7610856" cy="20756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fig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80232"/>
            <a:ext cx="8321040" cy="27152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fig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5503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fig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236" y="4142231"/>
            <a:ext cx="7061528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4460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fig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099" y="4027931"/>
            <a:ext cx="7411802" cy="241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290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42% (qp0) · 35% (qp32) · 26% (qp63)</a:t>
            </a:r>
          </a:p>
          <a:p>
            <a:pPr/>
            <a:r>
              <a:rPr sz="1300" b="0"/>
              <a:t>At 0.1 dB: 26% · 16% · 10%  — the 30–40% target is met at 0.3 dB, not at 0.1</a:t>
            </a:r>
          </a:p>
          <a:p>
            <a:pPr/>
            <a:r>
              <a:rPr sz="1300" b="0"/>
              <a:t>Saving falls with rate because early exit costs more there: the exit-2 penalty grows 3.4× from qp0 to qp63 as the latent carries more detail</a:t>
            </a:r>
          </a:p>
        </p:txBody>
      </p:sp>
      <p:pic>
        <p:nvPicPr>
          <p:cNvPr id="4" name="Picture 3" descr="two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72232"/>
            <a:ext cx="8321040" cy="338454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317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24.2 / 21.2 / 15.7 / 11.0 / 8.6% at qp0…63, all under 0.1 dB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final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991" y="3913631"/>
            <a:ext cx="6014018" cy="25328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175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exactly the convex hull of the K exit points</a:t>
            </a:r>
          </a:p>
          <a:p>
            <a:pPr lvl="1"/>
            <a:r>
              <a:rPr sz="900" b="0"/>
              <a:t>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0.68% → 4.52%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Open, and stated as open:</a:t>
            </a:r>
          </a:p>
          <a:p>
            <a:pPr lvl="1"/>
            <a:r>
              <a:rPr sz="900" b="0"/>
              <a:t>0.1 dB target not met; 0.3 dB comfortably met</a:t>
            </a:r>
          </a:p>
          <a:p>
            <a:pPr lvl="1"/>
            <a:r>
              <a:rPr sz="900" b="0"/>
              <a:t>256px tiles: seam halves but saving drops — isolated to the CHECKPOINT, not the tile size (tile effect 0.4–1.5 pts, weight effect 12.4)</a:t>
            </a:r>
          </a:p>
          <a:p>
            <a:pPr lvl="1"/>
            <a:r>
              <a:rPr sz="900" b="0"/>
              <a:t>HEVC classes B/C/D behind JVET credentials, reported as NOT MEASURED</a:t>
            </a:r>
          </a:p>
          <a:p>
            <a:pPr/>
            <a:r>
              <a:rPr sz="1100" b="0"/>
              <a:t>4 runs training (BEST, CONTROL, RECIPE512, VERBATIM) on 4 GPUs</a:t>
            </a:r>
          </a:p>
        </p:txBody>
      </p:sp>
      <p:pic>
        <p:nvPicPr>
          <p:cNvPr id="4" name="Picture 3" descr="fig_the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784" y="4599431"/>
            <a:ext cx="5660431" cy="1847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