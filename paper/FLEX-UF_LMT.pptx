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Decoder compute saved at a measured cost in quality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DCVC-UF's intra decoder: 453.5 GMAC per 1080p frame</a:t>
            </a:r>
          </a:p>
          <a:p>
            <a:pPr lvl="1"/>
            <a:r>
              <a:rPr sz="1100" b="0"/>
              <a:t>12 identical DepthConvBlocks = 89.4% of it</a:t>
            </a:r>
          </a:p>
          <a:p>
            <a:pPr lvl="1"/>
            <a:r>
              <a:rPr sz="1100" b="0"/>
              <a:t>every patch pays the same, however easy it is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Goal: spend less compute where the content allows</a:t>
            </a:r>
          </a:p>
          <a:p>
            <a:pPr lvl="1"/>
            <a:r>
              <a:rPr sz="1100" b="0"/>
              <a:t>target set with the group: 30–40% saved at ≤0.1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that shapes everything: the reference is the RELEASED model</a:t>
            </a:r>
          </a:p>
          <a:p>
            <a:pPr lvl="1"/>
            <a:r>
              <a:rPr sz="1100" b="0"/>
              <a:t>encoder, hyperprior, entropy model frozen → identical bitstream</a:t>
            </a:r>
          </a:p>
          <a:p>
            <a:pPr lvl="1"/>
            <a:r>
              <a:rPr sz="1100" b="0"/>
              <a:t>so any measured difference is the decoder alone</a:t>
            </a:r>
          </a:p>
        </p:txBody>
      </p:sp>
      <p:pic>
        <p:nvPicPr>
          <p:cNvPr id="4" name="Picture 3" descr="nf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69" y="3888231"/>
            <a:ext cx="7662261" cy="2558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a ladder of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Shared stem runs full-frame → no seams; the rest runs per tile</a:t>
            </a:r>
          </a:p>
          <a:p>
            <a:pPr/>
            <a:r>
              <a:rPr sz="1300" b="0"/>
              <a:t>Each exit has a zero-initialised 1×1 adapter, then the shared head</a:t>
            </a:r>
          </a:p>
          <a:p>
            <a:pPr/>
            <a:r>
              <a:rPr sz="1300" b="0"/>
              <a:t>Pointwise on purpose: a 1×1 adds no receptive field, so no seam cost</a:t>
            </a:r>
          </a:p>
        </p:txBody>
      </p:sp>
      <p:pic>
        <p:nvPicPr>
          <p:cNvPr id="4" name="Picture 3" descr="n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201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start AT DCVC-UF, not near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6873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released weights are re-expressed in ladder form by a key remap</a:t>
            </a:r>
          </a:p>
          <a:p>
            <a:pPr lvl="1"/>
            <a:r>
              <a:rPr sz="1000" b="0"/>
              <a:t>dec_1.0→upsample, dec_1.n→groups.g.i, dec_2→head</a:t>
            </a:r>
          </a:p>
          <a:p>
            <a:pPr lvl="1"/>
            <a:r>
              <a:rPr sz="1000" b="0"/>
              <a:t>the remap is a bijection over 143 tensors (asserted in tests)</a:t>
            </a:r>
          </a:p>
          <a:p>
            <a:pPr/>
            <a:r>
              <a:rPr sz="1200" b="0"/>
              <a:t>Adapters and seam repair are zero-init, i.e. the identity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So at step 0, with no training at all:</a:t>
            </a:r>
          </a:p>
          <a:p>
            <a:pPr lvl="1"/>
            <a:r>
              <a:rPr sz="1000" b="0"/>
              <a:t>released DCVC-UF vs our deepest exit → max|diff| = 0.0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Training does not have to reach DCVC-UF. It has to (a) lift the shallow exits and (b) not damage the deepest one.</a:t>
            </a:r>
          </a:p>
          <a:p>
            <a:pPr/>
            <a:r>
              <a:rPr sz="1200" b="0"/>
              <a:t>From-scratch runs were abandoned for exactly this: after 6 epochs their anchor sat 1.49 dB below the release and was not closing.</a:t>
            </a:r>
          </a:p>
        </p:txBody>
      </p:sp>
      <p:pic>
        <p:nvPicPr>
          <p:cNvPr id="4" name="Picture 3" descr="nf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461" y="4269232"/>
            <a:ext cx="5841077" cy="2177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Training: the recipe, checked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7889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scripts/verify_recipe.py compares each item against ~/DCVC/train_image.py and exits non-zero on a mismatch</a:t>
            </a:r>
          </a:p>
          <a:p>
            <a:pPr lvl="1"/>
            <a:r>
              <a:rPr sz="900" b="0"/>
              <a:t>8 schedule rows character for character · 106 entries</a:t>
            </a:r>
          </a:p>
          <a:p>
            <a:pPr lvl="1"/>
            <a:r>
              <a:rPr sz="900" b="0"/>
              <a:t>AdamW 1e-4 · clip_grad_norm 0.1 · non-finite batch skipped</a:t>
            </a:r>
          </a:p>
          <a:p>
            <a:pPr lvl="1"/>
            <a:r>
              <a:rPr sz="900" b="0"/>
              <a:t>ImageFolder + get_training_lambdas · 64 QP levels</a:t>
            </a:r>
          </a:p>
          <a:p>
            <a:pPr lvl="1"/>
            <a:r>
              <a:rPr sz="900" b="0"/>
              <a:t>encoder identical over 74 tensors · 255 shared tensors, no shape change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Deliberate additions, listed rather than hidden:</a:t>
            </a:r>
          </a:p>
          <a:p>
            <a:pPr lvl="1"/>
            <a:r>
              <a:rPr sz="900" b="0"/>
              <a:t>--epoch_offset (read the schedule where a warm start actually is)</a:t>
            </a:r>
          </a:p>
          <a:p>
            <a:pPr lvl="1"/>
            <a:r>
              <a:rPr sz="900" b="0"/>
              <a:t>--anchor_weight, --new_lr_scale, --freeze_encoder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VERBATIM run: their final phase (epochs 90–104, 512px, lr 2e-4→1e-6) with NONE of those additions, effective batch 16 by accumulation</a:t>
            </a:r>
          </a:p>
        </p:txBody>
      </p:sp>
      <p:pic>
        <p:nvPicPr>
          <p:cNvPr id="4" name="Picture 3" descr="nf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581" y="4370831"/>
            <a:ext cx="7100837" cy="20756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anchor, and a ×4 error caught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applied the from-scratch lr to a converged model</a:t>
            </a:r>
          </a:p>
          <a:p>
            <a:pPr lvl="1"/>
            <a:r>
              <a:rPr sz="1100" b="0"/>
              <a:t>deepest exit fell 0.153 / 0.201 / 0.263 dB in ONE epoch (qp0/32/63)</a:t>
            </a:r>
          </a:p>
          <a:p>
            <a:pPr lvl="1"/>
            <a:r>
              <a:rPr sz="1100" b="0"/>
              <a:t>fixed to 0.025 / 0.051 / 0.074 by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backbone gives exactly 0.000 — but collapses the ceiling from 27.3% to 11.5%, so training the trunk is mandatory</a:t>
            </a:r>
          </a:p>
        </p:txBody>
      </p:sp>
      <p:pic>
        <p:nvPicPr>
          <p:cNvPr id="4" name="Picture 3" descr="nf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0" y="3380232"/>
            <a:ext cx="8214620" cy="30662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an exit costs, on one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1080p, qp32, identical bitstream at every exit</a:t>
            </a:r>
          </a:p>
          <a:p>
            <a:pPr/>
            <a:r>
              <a:rPr sz="1300" b="0"/>
              <a:t>Error maps ×25: the damage is structured, concentrated on detail and on tile borders — which is what the seam work targets</a:t>
            </a:r>
          </a:p>
        </p:txBody>
      </p:sp>
      <p:pic>
        <p:nvPicPr>
          <p:cNvPr id="4" name="Picture 3" descr="nf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36717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seam, and how it was removed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tile decoded alone meets its border with invented values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Pure seam penalty at qp63, CTC, no early exit taken:</a:t>
            </a:r>
          </a:p>
          <a:p>
            <a:pPr lvl="1"/>
            <a:r>
              <a:rPr sz="900" b="0"/>
              <a:t>zeros 1.167 dB · replicate 0.213 · arls 0.179 · 256px halves each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arls (arXiv:2502.12300) was implemented, measured, and REJECTED</a:t>
            </a:r>
          </a:p>
          <a:p>
            <a:pPr lvl="1"/>
            <a:r>
              <a:rPr sz="900" b="0"/>
              <a:t>+0.034 dB for +10.7% of decode wall-clock — a bad trade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Canvas coupling: only the 3×3 depthwise has spatial extent — 0.334% of a block — so only it needs the neighbour</a:t>
            </a:r>
          </a:p>
          <a:p>
            <a:pPr lvl="1"/>
            <a:r>
              <a:rPr sz="900" b="0"/>
              <a:t>cost +0.03% of the decode; earlier halo work paid 26% by haloing the whole block, which was the wrong thing to halo</a:t>
            </a:r>
          </a:p>
          <a:p>
            <a:pPr lvl="1"/>
            <a:r>
              <a:rPr sz="900" b="0"/>
              <a:t>at uniform depth: full-frame vs tiled → max|diff| = 0.0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The seam does not shrink. It stops existing.</a:t>
            </a:r>
          </a:p>
        </p:txBody>
      </p:sp>
      <p:pic>
        <p:nvPicPr>
          <p:cNvPr id="4" name="Picture 3" descr="nf_s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210" y="4142231"/>
            <a:ext cx="578358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Cost, checked in the right unit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169919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headline is a percentage; it comes from a MAC model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MACs are right for a paper and wrong for a promise, so wall-clock was measured on a 1080p decode — on the 128px ladder, which is where the timing was taken:</a:t>
            </a:r>
          </a:p>
          <a:p>
            <a:pPr lvl="1"/>
            <a:r>
              <a:rPr sz="1000" b="0"/>
              <a:t>exit 2: 43.4% (MAC) vs 43.6% (clock)</a:t>
            </a:r>
          </a:p>
          <a:p>
            <a:pPr lvl="1"/>
            <a:r>
              <a:rPr sz="1000" b="0"/>
              <a:t>exit 3: 28.6% vs 28.8% · exit 4: 13.8% vs 14.9%</a:t>
            </a:r>
          </a:p>
          <a:p>
            <a:pPr lvl="1"/>
            <a:r>
              <a:rPr sz="1000" b="0"/>
              <a:t>BEST uses 256px tiles, where the MAC ceiling is 42.5% rather than 43.4% — the grid seam repair scales with the tile, so the exit costs shift slightly. The agreement being checked here is the model's, not this checkpoint's.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Agreement within ±1 point at every exit</a:t>
            </a:r>
          </a:p>
          <a:p>
            <a:pPr/>
            <a:r>
              <a:rPr sz="1200" b="0"/>
              <a:t>The same question caught arls: benefit in dB, bill in milliseconds</a:t>
            </a:r>
          </a:p>
          <a:p>
            <a:pPr/>
            <a:r>
              <a:rPr sz="1200" b="0"/>
              <a:t>And the cost model itself is checked against the executed decode (tests/test_cost_matches_reality.py)</a:t>
            </a:r>
          </a:p>
        </p:txBody>
      </p:sp>
      <p:pic>
        <p:nvPicPr>
          <p:cNvPr id="4" name="Picture 3" descr="nf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413" y="4751832"/>
            <a:ext cx="4383174" cy="169468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vs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068319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At 0.3 dB: ceiling 42% already at 0.20 dB (qp0) · 42% (qp32) · 36% (qp63)</a:t>
            </a:r>
          </a:p>
          <a:p>
            <a:pPr lvl="1"/>
            <a:r>
              <a:rPr sz="1100" b="0"/>
              <a:t>dB is the per-frame average test_video.py computes — the convention every published DCVC-UF number uses. Pooling all tiles into one MSE reads 0.023–0.033 dB lower on the same allocation and would flatter these</a:t>
            </a:r>
          </a:p>
          <a:p>
            <a:pPr/>
            <a:r>
              <a:rPr sz="1300" b="0"/>
              <a:t>At 0.1 dB: 35% · 28% · 22%</a:t>
            </a:r>
          </a:p>
          <a:p>
            <a:pPr/>
            <a:r>
              <a:rPr sz="1300" b="0"/>
              <a:t>The 30% target is cleared by qp 0/16 at 0.1 dB, and by qp 32/48/63 at 0.3 dB</a:t>
            </a:r>
          </a:p>
          <a:p>
            <a:pPr/>
            <a:r>
              <a:rPr sz="1300" b="0"/>
              <a:t>Saving falls with rate because early exit costs more there: the exit-2 penalty grows 3.3× from qp0 to qp63 as the latent carries more detail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Integrated over the curve, not read at one point:</a:t>
            </a:r>
          </a:p>
          <a:p>
            <a:pPr lvl="1"/>
            <a:r>
              <a:rPr sz="1100" b="0"/>
              <a:t>BD-saving 31.0% over dB in [0.066, 0.196] (qp 0: 38% · 16: 35% · 32: 31% · 48: 28% · 63: 24%); BD-quality 0.062 dB over saving in [10%, 30%]</a:t>
            </a:r>
          </a:p>
        </p:txBody>
      </p:sp>
      <p:pic>
        <p:nvPicPr>
          <p:cNvPr id="4" name="Picture 3" descr="nf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4590" y="4650231"/>
            <a:ext cx="5194820" cy="17962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Router: predicting failed, signalling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learned router could not reach the oracle, and 12k steps showed why</a:t>
            </a:r>
          </a:p>
          <a:p>
            <a:pPr lvl="1"/>
            <a:r>
              <a:rPr sz="900" b="0"/>
              <a:t>CE 0.5→0.09 while qp0 agreement moved 0.743→0.741, regret unchanged</a:t>
            </a:r>
          </a:p>
          <a:p>
            <a:pPr lvl="1"/>
            <a:r>
              <a:rPr sz="900" b="0"/>
              <a:t>fitting the training data 4× better and behaving identically on test is missing INFORMATION, not missing capacity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Structural: the oracle uses error against the SOURCE; the decoder never sees the source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But the encoder does — and in video coding mode decisions are signalled, not inferred (HEVC/VVC send partitioning and prediction mode)</a:t>
            </a:r>
          </a:p>
          <a:p>
            <a:pPr lvl="1"/>
            <a:r>
              <a:rPr sz="900" b="0"/>
              <a:t>exit map costs 1.3e-4 bpp entropy-coded — 4 orders below the frame</a:t>
            </a:r>
          </a:p>
          <a:p>
            <a:pPr lvl="1"/>
            <a:r>
              <a:rPr sz="900" b="0"/>
              <a:t>measured with the map's cost INSIDE the bitrate: 34.7 / 31.4 / 27.4 / 24.3 / 21.5% at qp0…63, all under 0.10 dB  (baseline 28.3 / 24.8 / 18.7 / 14.3 / 10.8) (40 CTC sequences)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Agreement with the oracle becomes 100% by construction</a:t>
            </a:r>
          </a:p>
        </p:txBody>
      </p:sp>
      <p:pic>
        <p:nvPicPr>
          <p:cNvPr id="4" name="Picture 3" descr="nf_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447" y="4142231"/>
            <a:ext cx="4725106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Theory, and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246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Cost is additive over tiles and MSE is a mean over tiles → both affine in the assignment</a:t>
            </a:r>
          </a:p>
          <a:p>
            <a:pPr lvl="1"/>
            <a:r>
              <a:rPr sz="900" b="0"/>
              <a:t>fixed proportions reach the convex hull of the K exit points; per-tile assignment reaches the Minkowski average of the N tile hulls</a:t>
            </a:r>
          </a:p>
          <a:p>
            <a:pPr lvl="1"/>
            <a:r>
              <a:rPr sz="900" b="0"/>
              <a:t>their gap is min-of-average − average-of-min ≥ 0, zero iff every tile prefers the same exit — this IS the value of adaptivity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Measured: Δ/J rises 0.39% → 2.09% with rate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Same mechanism one level up: best/worst CTC sequence is 3.8× at qp63 vs 1.5× at qp0 — the mean is not what a clip gets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What is left, in the target's own units:</a:t>
            </a:r>
          </a:p>
          <a:p>
            <a:pPr lvl="1"/>
            <a:r>
              <a:rPr sz="900" b="0"/>
              <a:t>30% target: met at qp0/16 — 30% costs at most 0.090 dB; still short at qp32/48/63; the furthest is qp63, needing 0.194 dB (1.9× the budget, 31% of the excess being the anchor's floor and the rest exit quality)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Open: The 30% target is cleared by qp 0/16 at 0.1 dB, and by qp 32/48/63 at 0.3 dB; HEVC B/C/D behind JVET credentials, reported as NOT MEASURED; 6 runs training on 6 GPUs</a:t>
            </a:r>
          </a:p>
        </p:txBody>
      </p:sp>
      <p:pic>
        <p:nvPicPr>
          <p:cNvPr id="4" name="Picture 3" descr="nf_heterogene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748" y="4828031"/>
            <a:ext cx="5954504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