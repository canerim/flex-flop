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2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39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89" y="3380232"/>
            <a:ext cx="8214621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58" y="4027931"/>
            <a:ext cx="6255484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42% (qp0) · 35% (qp32) · 26% (qp63)</a:t>
            </a:r>
          </a:p>
          <a:p>
            <a:pPr/>
            <a:r>
              <a:rPr sz="1300" b="0"/>
              <a:t>At 0.1 dB: 26% · 16% · 10%  — the 30–40% target is met at 0.3 dB, not at 0.1</a:t>
            </a:r>
          </a:p>
          <a:p>
            <a:pPr/>
            <a:r>
              <a:rPr sz="1300" b="0"/>
              <a:t>Saving falls with rate because early exit costs more there: the exit-2 penalty grows 3.4× from qp0 to qp63 as the latent carries more detail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29020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317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24.2 / 21.2 / 15.7 / 11.0 / 8.6% at qp0…63, all under 0.1 dB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066" y="3913631"/>
            <a:ext cx="5193867" cy="25328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0.68% → 4.52%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0.1 dB target not met; 0.3 dB comfortably met</a:t>
            </a:r>
          </a:p>
          <a:p>
            <a:pPr lvl="1"/>
            <a:r>
              <a:rPr sz="900" b="0"/>
              <a:t>256px tiles: seam halves but saving drops — isolated to the CHECKPOINT, not the tile size (tile effect 0.4–1.5 pts, weight effect 12.4)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6 runs training on 6 GPUs: BEST, BEST128 (tile isolated), CONTROL, FINE12 (one exit per block), RECIPE512, VERBATIM</a:t>
            </a:r>
          </a:p>
        </p:txBody>
      </p:sp>
      <p:pic>
        <p:nvPicPr>
          <p:cNvPr id="4" name="Picture 3" descr="nf_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474" y="4828031"/>
            <a:ext cx="3707052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